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9961" y="1492179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0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C93F9841-B064-1756-91F9-3188B75F2638}"/>
              </a:ext>
            </a:extLst>
          </p:cNvPr>
          <p:cNvSpPr/>
          <p:nvPr/>
        </p:nvSpPr>
        <p:spPr>
          <a:xfrm>
            <a:off x="3536831" y="1738127"/>
            <a:ext cx="379563" cy="155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12DA0999-62BE-5CB8-0126-FADEB24D7128}"/>
              </a:ext>
            </a:extLst>
          </p:cNvPr>
          <p:cNvSpPr/>
          <p:nvPr/>
        </p:nvSpPr>
        <p:spPr>
          <a:xfrm>
            <a:off x="3916394" y="1492179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26056B1-3DAD-126E-0A5C-60D6D175736B}"/>
              </a:ext>
            </a:extLst>
          </p:cNvPr>
          <p:cNvSpPr/>
          <p:nvPr/>
        </p:nvSpPr>
        <p:spPr>
          <a:xfrm>
            <a:off x="5203264" y="1738127"/>
            <a:ext cx="379563" cy="155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26C05BB6-62A4-7492-BC94-57ACF79D1133}"/>
              </a:ext>
            </a:extLst>
          </p:cNvPr>
          <p:cNvSpPr/>
          <p:nvPr/>
        </p:nvSpPr>
        <p:spPr>
          <a:xfrm>
            <a:off x="5582827" y="1492179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AADE8BC-8B2B-3163-3E8A-5FF55DA35EC1}"/>
              </a:ext>
            </a:extLst>
          </p:cNvPr>
          <p:cNvSpPr/>
          <p:nvPr/>
        </p:nvSpPr>
        <p:spPr>
          <a:xfrm>
            <a:off x="6869697" y="1738127"/>
            <a:ext cx="379563" cy="155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id="{1F10AD51-8B75-AEF0-26E2-D79D1984DCC7}"/>
              </a:ext>
            </a:extLst>
          </p:cNvPr>
          <p:cNvSpPr/>
          <p:nvPr/>
        </p:nvSpPr>
        <p:spPr>
          <a:xfrm>
            <a:off x="8704875" y="1044419"/>
            <a:ext cx="1045806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Start</a:t>
            </a: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A29A9C07-6728-405F-8B16-B97014595717}"/>
              </a:ext>
            </a:extLst>
          </p:cNvPr>
          <p:cNvSpPr/>
          <p:nvPr/>
        </p:nvSpPr>
        <p:spPr>
          <a:xfrm>
            <a:off x="7249260" y="1492179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3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B89D31F1-23A5-0E49-4BE6-89BD8B0D692F}"/>
              </a:ext>
            </a:extLst>
          </p:cNvPr>
          <p:cNvSpPr/>
          <p:nvPr/>
        </p:nvSpPr>
        <p:spPr>
          <a:xfrm>
            <a:off x="2249961" y="3459595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0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20620EB-B3D4-BC1E-6484-9BFB2B710DC7}"/>
              </a:ext>
            </a:extLst>
          </p:cNvPr>
          <p:cNvSpPr/>
          <p:nvPr/>
        </p:nvSpPr>
        <p:spPr>
          <a:xfrm>
            <a:off x="3536831" y="3705543"/>
            <a:ext cx="379563" cy="155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DC4D198A-6CC0-26F3-46AB-D43E28C30DE1}"/>
              </a:ext>
            </a:extLst>
          </p:cNvPr>
          <p:cNvSpPr/>
          <p:nvPr/>
        </p:nvSpPr>
        <p:spPr>
          <a:xfrm>
            <a:off x="3916394" y="3459595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1</a:t>
            </a:r>
          </a:p>
        </p:txBody>
      </p:sp>
      <p:sp>
        <p:nvSpPr>
          <p:cNvPr id="21" name="矩形 3">
            <a:extLst>
              <a:ext uri="{FF2B5EF4-FFF2-40B4-BE49-F238E27FC236}">
                <a16:creationId xmlns:a16="http://schemas.microsoft.com/office/drawing/2014/main" id="{0BADF754-75E4-D686-00A9-CDFE0B1C3B0B}"/>
              </a:ext>
            </a:extLst>
          </p:cNvPr>
          <p:cNvSpPr/>
          <p:nvPr/>
        </p:nvSpPr>
        <p:spPr>
          <a:xfrm>
            <a:off x="5582827" y="4106768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2</a:t>
            </a:r>
          </a:p>
        </p:txBody>
      </p:sp>
      <p:sp>
        <p:nvSpPr>
          <p:cNvPr id="23" name="矩形 3">
            <a:extLst>
              <a:ext uri="{FF2B5EF4-FFF2-40B4-BE49-F238E27FC236}">
                <a16:creationId xmlns:a16="http://schemas.microsoft.com/office/drawing/2014/main" id="{58858365-6E6F-7EDE-17A3-55D064581271}"/>
              </a:ext>
            </a:extLst>
          </p:cNvPr>
          <p:cNvSpPr/>
          <p:nvPr/>
        </p:nvSpPr>
        <p:spPr>
          <a:xfrm>
            <a:off x="5348615" y="3000480"/>
            <a:ext cx="1045806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Start</a:t>
            </a:r>
          </a:p>
        </p:txBody>
      </p:sp>
      <p:sp>
        <p:nvSpPr>
          <p:cNvPr id="24" name="矩形 3">
            <a:extLst>
              <a:ext uri="{FF2B5EF4-FFF2-40B4-BE49-F238E27FC236}">
                <a16:creationId xmlns:a16="http://schemas.microsoft.com/office/drawing/2014/main" id="{D8CFBE6A-F073-F6D4-8F53-B9CBDA61AAB2}"/>
              </a:ext>
            </a:extLst>
          </p:cNvPr>
          <p:cNvSpPr/>
          <p:nvPr/>
        </p:nvSpPr>
        <p:spPr>
          <a:xfrm>
            <a:off x="7272068" y="3436543"/>
            <a:ext cx="1286870" cy="647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DMA transfer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Descriptor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7E1EB6-EFBF-9866-83C8-D8F3B9716A13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940908" y="1268083"/>
            <a:ext cx="76396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5E4D15-D4B3-46AB-4BE9-C0903D81BE0B}"/>
              </a:ext>
            </a:extLst>
          </p:cNvPr>
          <p:cNvCxnSpPr>
            <a:cxnSpLocks/>
          </p:cNvCxnSpPr>
          <p:nvPr/>
        </p:nvCxnSpPr>
        <p:spPr>
          <a:xfrm>
            <a:off x="4616668" y="3210056"/>
            <a:ext cx="80072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Bent-Up 29">
            <a:extLst>
              <a:ext uri="{FF2B5EF4-FFF2-40B4-BE49-F238E27FC236}">
                <a16:creationId xmlns:a16="http://schemas.microsoft.com/office/drawing/2014/main" id="{95804571-E769-72EA-5739-632810131F57}"/>
              </a:ext>
            </a:extLst>
          </p:cNvPr>
          <p:cNvSpPr/>
          <p:nvPr/>
        </p:nvSpPr>
        <p:spPr>
          <a:xfrm rot="5400000">
            <a:off x="4908888" y="3773911"/>
            <a:ext cx="316252" cy="1045805"/>
          </a:xfrm>
          <a:prstGeom prst="bentUp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5D33F0C1-2BBE-ADAC-0349-34E4F4FF7819}"/>
              </a:ext>
            </a:extLst>
          </p:cNvPr>
          <p:cNvSpPr/>
          <p:nvPr/>
        </p:nvSpPr>
        <p:spPr>
          <a:xfrm>
            <a:off x="6869697" y="4083716"/>
            <a:ext cx="900022" cy="346638"/>
          </a:xfrm>
          <a:prstGeom prst="bent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956D4-42F8-82DE-CD09-58406F7DFF0E}"/>
              </a:ext>
            </a:extLst>
          </p:cNvPr>
          <p:cNvCxnSpPr/>
          <p:nvPr/>
        </p:nvCxnSpPr>
        <p:spPr>
          <a:xfrm>
            <a:off x="3717985" y="3860819"/>
            <a:ext cx="0" cy="96481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8B3353-098B-53FA-504A-667CF32C24B9}"/>
              </a:ext>
            </a:extLst>
          </p:cNvPr>
          <p:cNvCxnSpPr>
            <a:cxnSpLocks/>
          </p:cNvCxnSpPr>
          <p:nvPr/>
        </p:nvCxnSpPr>
        <p:spPr>
          <a:xfrm>
            <a:off x="3717985" y="4825635"/>
            <a:ext cx="131121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500B9A-EC8A-89E5-BF33-5B9379907843}"/>
              </a:ext>
            </a:extLst>
          </p:cNvPr>
          <p:cNvCxnSpPr>
            <a:cxnSpLocks/>
            <a:endCxn id="30" idx="4"/>
          </p:cNvCxnSpPr>
          <p:nvPr/>
        </p:nvCxnSpPr>
        <p:spPr>
          <a:xfrm flipH="1" flipV="1">
            <a:off x="5027483" y="4415409"/>
            <a:ext cx="1717" cy="41022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13F0A34-F1B2-AEA5-77D2-5A476968ABF2}"/>
              </a:ext>
            </a:extLst>
          </p:cNvPr>
          <p:cNvCxnSpPr>
            <a:cxnSpLocks/>
          </p:cNvCxnSpPr>
          <p:nvPr/>
        </p:nvCxnSpPr>
        <p:spPr>
          <a:xfrm>
            <a:off x="7940908" y="1268083"/>
            <a:ext cx="0" cy="2240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49263B-B6A0-46A6-1FB6-158A3AFEE99D}"/>
              </a:ext>
            </a:extLst>
          </p:cNvPr>
          <p:cNvCxnSpPr>
            <a:cxnSpLocks/>
          </p:cNvCxnSpPr>
          <p:nvPr/>
        </p:nvCxnSpPr>
        <p:spPr>
          <a:xfrm>
            <a:off x="4616668" y="3210056"/>
            <a:ext cx="0" cy="249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D666792-0156-252B-BCDB-3722BE7D589B}"/>
              </a:ext>
            </a:extLst>
          </p:cNvPr>
          <p:cNvCxnSpPr>
            <a:cxnSpLocks/>
          </p:cNvCxnSpPr>
          <p:nvPr/>
        </p:nvCxnSpPr>
        <p:spPr>
          <a:xfrm>
            <a:off x="5405887" y="3928488"/>
            <a:ext cx="0" cy="40975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D246751-F89B-93BA-72E1-5B2E39D46562}"/>
              </a:ext>
            </a:extLst>
          </p:cNvPr>
          <p:cNvCxnSpPr>
            <a:cxnSpLocks/>
          </p:cNvCxnSpPr>
          <p:nvPr/>
        </p:nvCxnSpPr>
        <p:spPr>
          <a:xfrm>
            <a:off x="5390882" y="3928488"/>
            <a:ext cx="1674152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255AA2-252A-5F7A-19B6-D75EC28248A2}"/>
              </a:ext>
            </a:extLst>
          </p:cNvPr>
          <p:cNvCxnSpPr>
            <a:cxnSpLocks/>
          </p:cNvCxnSpPr>
          <p:nvPr/>
        </p:nvCxnSpPr>
        <p:spPr>
          <a:xfrm>
            <a:off x="7061195" y="3910656"/>
            <a:ext cx="3839" cy="38615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3">
            <a:extLst>
              <a:ext uri="{FF2B5EF4-FFF2-40B4-BE49-F238E27FC236}">
                <a16:creationId xmlns:a16="http://schemas.microsoft.com/office/drawing/2014/main" id="{FE314F5D-B6CE-BC5A-199A-9975A02183BF}"/>
              </a:ext>
            </a:extLst>
          </p:cNvPr>
          <p:cNvSpPr/>
          <p:nvPr/>
        </p:nvSpPr>
        <p:spPr>
          <a:xfrm>
            <a:off x="3193980" y="4757247"/>
            <a:ext cx="2300377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Desc0</a:t>
            </a:r>
            <a:r>
              <a:rPr lang="zh-CN" altLang="en-US" sz="1000" dirty="0">
                <a:solidFill>
                  <a:schemeClr val="tx1"/>
                </a:solidFill>
              </a:rPr>
              <a:t>传输结束时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将</a:t>
            </a:r>
            <a:r>
              <a:rPr lang="en-US" altLang="zh-CN" sz="1000" dirty="0">
                <a:solidFill>
                  <a:schemeClr val="tx1"/>
                </a:solidFill>
              </a:rPr>
              <a:t>Desc2</a:t>
            </a:r>
            <a:r>
              <a:rPr lang="zh-CN" altLang="en-US" sz="1000" dirty="0">
                <a:solidFill>
                  <a:schemeClr val="tx1"/>
                </a:solidFill>
              </a:rPr>
              <a:t>链在</a:t>
            </a:r>
            <a:r>
              <a:rPr lang="en-US" altLang="zh-CN" sz="1000" dirty="0">
                <a:solidFill>
                  <a:schemeClr val="tx1"/>
                </a:solidFill>
              </a:rPr>
              <a:t>Desc1</a:t>
            </a:r>
            <a:r>
              <a:rPr lang="zh-CN" altLang="en-US" sz="1000" dirty="0">
                <a:solidFill>
                  <a:schemeClr val="tx1"/>
                </a:solidFill>
              </a:rPr>
              <a:t>后面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6" name="矩形 3">
            <a:extLst>
              <a:ext uri="{FF2B5EF4-FFF2-40B4-BE49-F238E27FC236}">
                <a16:creationId xmlns:a16="http://schemas.microsoft.com/office/drawing/2014/main" id="{3CFB763E-1EB3-13E4-E432-7B6AA7C903D6}"/>
              </a:ext>
            </a:extLst>
          </p:cNvPr>
          <p:cNvSpPr/>
          <p:nvPr/>
        </p:nvSpPr>
        <p:spPr>
          <a:xfrm>
            <a:off x="5087478" y="3536465"/>
            <a:ext cx="2300377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Desc1</a:t>
            </a:r>
            <a:r>
              <a:rPr lang="zh-CN" altLang="en-US" sz="1000" dirty="0">
                <a:solidFill>
                  <a:schemeClr val="tx1"/>
                </a:solidFill>
              </a:rPr>
              <a:t>传输结束时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将</a:t>
            </a:r>
            <a:r>
              <a:rPr lang="en-US" altLang="zh-CN" sz="1000" dirty="0">
                <a:solidFill>
                  <a:schemeClr val="tx1"/>
                </a:solidFill>
              </a:rPr>
              <a:t>Desc3</a:t>
            </a:r>
            <a:r>
              <a:rPr lang="zh-CN" altLang="en-US" sz="1000" dirty="0">
                <a:solidFill>
                  <a:schemeClr val="tx1"/>
                </a:solidFill>
              </a:rPr>
              <a:t>链在</a:t>
            </a:r>
            <a:r>
              <a:rPr lang="en-US" altLang="zh-CN" sz="1000" dirty="0">
                <a:solidFill>
                  <a:schemeClr val="tx1"/>
                </a:solidFill>
              </a:rPr>
              <a:t>Desc2</a:t>
            </a:r>
            <a:r>
              <a:rPr lang="zh-CN" altLang="en-US" sz="1000" dirty="0">
                <a:solidFill>
                  <a:schemeClr val="tx1"/>
                </a:solidFill>
              </a:rPr>
              <a:t>后面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7" name="矩形 3">
            <a:extLst>
              <a:ext uri="{FF2B5EF4-FFF2-40B4-BE49-F238E27FC236}">
                <a16:creationId xmlns:a16="http://schemas.microsoft.com/office/drawing/2014/main" id="{02626A9D-624C-2E6D-7C2E-70B3FAD4B809}"/>
              </a:ext>
            </a:extLst>
          </p:cNvPr>
          <p:cNvSpPr/>
          <p:nvPr/>
        </p:nvSpPr>
        <p:spPr>
          <a:xfrm>
            <a:off x="4616668" y="830627"/>
            <a:ext cx="1635899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静态</a:t>
            </a:r>
            <a:r>
              <a:rPr lang="en-US" altLang="zh-CN" sz="1400" dirty="0">
                <a:solidFill>
                  <a:schemeClr val="tx1"/>
                </a:solidFill>
              </a:rPr>
              <a:t>DMA</a:t>
            </a:r>
            <a:r>
              <a:rPr lang="zh-CN" altLang="en-US" sz="1400" dirty="0">
                <a:solidFill>
                  <a:schemeClr val="tx1"/>
                </a:solidFill>
              </a:rPr>
              <a:t>链式传输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8" name="矩形 3">
            <a:extLst>
              <a:ext uri="{FF2B5EF4-FFF2-40B4-BE49-F238E27FC236}">
                <a16:creationId xmlns:a16="http://schemas.microsoft.com/office/drawing/2014/main" id="{C056DAE7-56B3-B820-2EA7-961F2DE7715F}"/>
              </a:ext>
            </a:extLst>
          </p:cNvPr>
          <p:cNvSpPr/>
          <p:nvPr/>
        </p:nvSpPr>
        <p:spPr>
          <a:xfrm>
            <a:off x="4587937" y="2599525"/>
            <a:ext cx="1635899" cy="44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动态</a:t>
            </a:r>
            <a:r>
              <a:rPr lang="en-US" altLang="zh-CN" sz="1400" dirty="0">
                <a:solidFill>
                  <a:schemeClr val="tx1"/>
                </a:solidFill>
              </a:rPr>
              <a:t>DMA</a:t>
            </a:r>
            <a:r>
              <a:rPr lang="zh-CN" altLang="en-US" sz="1400" dirty="0">
                <a:solidFill>
                  <a:schemeClr val="tx1"/>
                </a:solidFill>
              </a:rPr>
              <a:t>链式传输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76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Heng</dc:creator>
  <cp:lastModifiedBy>Jay Heng</cp:lastModifiedBy>
  <cp:revision>20</cp:revision>
  <dcterms:created xsi:type="dcterms:W3CDTF">2020-03-30T07:15:00Z</dcterms:created>
  <dcterms:modified xsi:type="dcterms:W3CDTF">2025-11-13T06:49:28Z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